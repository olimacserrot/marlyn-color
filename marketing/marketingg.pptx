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D8655-297C-DD53-4734-3C69000B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78522-7BA8-45BE-30C7-09937B9C5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8D8E1C-C07C-E704-3BA7-1A256C90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7015E-259A-3049-95A3-BE7038F1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FF6E1C-5AA4-113C-AD5D-0FC12AED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6293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BE1F6-75F8-C999-E554-E0C6468E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60184-020E-7E28-2857-64314B19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88D518-A71B-9CFD-7DC7-D229346A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BBC97D-F846-593F-5FFE-778D422F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9FB54-8E63-EA81-C401-925C7782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2607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21B1C-6BB9-D912-609F-D9488686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08386B-E67E-4E50-80C7-D3AA35DC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7BE121-15AE-C8C6-E133-ABB9AC5B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18C6A4-2C09-D3BF-6CCD-A7769E60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993FE-AED1-49EC-7ACD-44DE1D1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174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5D2E9-1E3C-2FB7-F2A9-96185A03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58B72D-EAAC-E95A-69D9-69EBD22C5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F747F3-F8EF-486F-AD04-ABB4CF156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8E21EB-6410-765E-19CC-B54C91BE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CCF58F-40A2-09F9-9A8F-E1773A7E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D29C17-2892-B67E-4FBB-5BA787A2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9827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DD550-C1D7-F30A-FA65-B68DB6D3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D45CDD-BA31-90F5-4873-B4FB0C74B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5ECAEB-05A8-AE02-D8BA-925DE2628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D5A3B3-5E6E-7F83-B4AF-AC5B1EC4C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8091DE-796A-5679-C796-65224A254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C78189-5290-BE07-A99D-5807E8BA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D33151-C4EC-D08E-7EEA-5D7844BD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D62D64-38AE-9DF5-9A37-61B6BC50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7818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300E1-1D2B-984C-F995-E3045744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692D4C-C912-4508-4950-5E2770BA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F3F311-3142-8D5C-DC78-E11D0D12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3D0C08-2E7C-2FD6-4E75-81A40D4E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8705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61D00D-7FAE-F960-967D-9ED236A3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2C61FA-010E-4F56-A9DF-C754E3C4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1739E0-E9BE-8BFD-E76B-38C15BAD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735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C77EF-E672-E9DD-F2AA-1435E68D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BD7C39-1240-88DD-4401-20384F537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F7051F-33AA-3D6B-3DAC-9C84B132D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A1D43-D8FA-3BDC-EAD1-AEF8FE2F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355ED7-30B6-7AA4-3EC7-36F3E2E8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23DD13-5588-034C-516D-AEDA46677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525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4CD45-4000-E2A4-E6D0-31D5ED93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98BB5DE-2A56-389D-0DCC-B0323190C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7792BC-8DA0-DB4D-AB3D-AF74F5244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BCBBCA-8C76-A6F2-F23C-21D00E56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24AFBE-DFE9-8141-A162-F8894EB3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791A58-9F2B-6250-632C-47D3F19A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85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F5C17-21B5-5657-1F3D-7EB35C2E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BB2B57-6E00-F006-5EC1-F8FCC0A65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32E80-B5BC-7EFE-6A53-8C287D3A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9E373-639A-07CC-6F3E-99CEDFD1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901115-91DD-97B1-8F74-17A68E81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6694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DAEECC-5BAF-9BDF-2E40-0D4741948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9CEABA-D0F5-DF16-F608-90193AEC7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D592A6-FEF8-9E34-02BE-398254B9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01106-8E38-54E3-7556-91626E9F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AAF592-ACC1-242E-731A-A2DA194D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6983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28A222-A2C1-6039-303E-0580BBD5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185F7C-1BBB-F5CD-814C-5CD0ABDE2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2CD79-4D05-F9F0-5C42-462B0D989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E25C0-8241-4B6D-A342-E9E56F8BFBAC}" type="datetimeFigureOut">
              <a:rPr lang="es-419" smtClean="0"/>
              <a:t>19/11/2025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BA975D-5B8A-FEDC-72BD-16A465BC8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1DD8F4-813D-3A12-D79F-1196A1326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D7F2D-22B3-4505-9C25-C2B9B4D2DC9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4815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egante Fondo De Pantalla De Textura Blanca Impresionante Vector Gratis  Foto E Imagen Para Descarga Gratuita - Pngtree">
            <a:extLst>
              <a:ext uri="{FF2B5EF4-FFF2-40B4-BE49-F238E27FC236}">
                <a16:creationId xmlns:a16="http://schemas.microsoft.com/office/drawing/2014/main" id="{2264707A-57D2-D920-F260-3DC8A92C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96" y="-87086"/>
            <a:ext cx="12210590" cy="694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561F9F-6647-A31B-3D5E-0C7F8F887E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029" y="3177629"/>
            <a:ext cx="3091543" cy="24710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5BB835-6E6D-159F-4275-08CFF6487740}"/>
              </a:ext>
            </a:extLst>
          </p:cNvPr>
          <p:cNvSpPr txBox="1"/>
          <p:nvPr/>
        </p:nvSpPr>
        <p:spPr>
          <a:xfrm>
            <a:off x="3110590" y="328434"/>
            <a:ext cx="65144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ngLiU_HKSCS-ExtB" panose="02020500000000000000" pitchFamily="18" charset="-120"/>
                <a:ea typeface="MingLiU_HKSCS-ExtB" panose="02020500000000000000" pitchFamily="18" charset="-120"/>
              </a:rPr>
              <a:t>VISITANOS EN NUESTRA PAGINA OFICIAL</a:t>
            </a:r>
            <a:endParaRPr lang="es-419" sz="48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ngLiU_HKSCS-ExtB" panose="02020500000000000000" pitchFamily="18" charset="-120"/>
              <a:ea typeface="MingLiU_HKSCS-ExtB" panose="02020500000000000000" pitchFamily="18" charset="-12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DD697C-4227-1CFD-C3DC-27345399DE5A}"/>
              </a:ext>
            </a:extLst>
          </p:cNvPr>
          <p:cNvSpPr/>
          <p:nvPr/>
        </p:nvSpPr>
        <p:spPr>
          <a:xfrm>
            <a:off x="2947801" y="-34543"/>
            <a:ext cx="6840000" cy="68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2126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MingLiU_HKSCS-ExtB</vt:lpstr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Torres Rincón</dc:creator>
  <cp:lastModifiedBy>Camilo Torres Rincón</cp:lastModifiedBy>
  <cp:revision>2</cp:revision>
  <dcterms:created xsi:type="dcterms:W3CDTF">2025-11-19T15:38:54Z</dcterms:created>
  <dcterms:modified xsi:type="dcterms:W3CDTF">2025-11-19T16:14:49Z</dcterms:modified>
</cp:coreProperties>
</file>